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latin typeface="Microsoft YaHei"/>
              </a:rPr>
              <a:t>单条报文字节数（越小越好）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改动前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SYNC_REQ</c:v>
                </c:pt>
                <c:pt idx="1">
                  <c:v>PUT_REQ</c:v>
                </c:pt>
                <c:pt idx="2">
                  <c:v>SYNC_RESP</c:v>
                </c:pt>
                <c:pt idx="3">
                  <c:v>PUT_RESP</c:v>
                </c:pt>
                <c:pt idx="4">
                  <c:v>HEARTBEAT</c:v>
                </c:pt>
                <c:pt idx="5">
                  <c:v>SYS_INFO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133</c:v>
                </c:pt>
                <c:pt idx="1">
                  <c:v>67</c:v>
                </c:pt>
                <c:pt idx="2">
                  <c:v>42</c:v>
                </c:pt>
                <c:pt idx="3">
                  <c:v>42</c:v>
                </c:pt>
                <c:pt idx="4">
                  <c:v>41</c:v>
                </c:pt>
                <c:pt idx="5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改动后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SYNC_REQ</c:v>
                </c:pt>
                <c:pt idx="1">
                  <c:v>PUT_REQ</c:v>
                </c:pt>
                <c:pt idx="2">
                  <c:v>SYNC_RESP</c:v>
                </c:pt>
                <c:pt idx="3">
                  <c:v>PUT_RESP</c:v>
                </c:pt>
                <c:pt idx="4">
                  <c:v>HEARTBEAT</c:v>
                </c:pt>
                <c:pt idx="5">
                  <c:v>SYS_INFO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</c:v>
                </c:pt>
                <c:pt idx="1">
                  <c:v>43</c:v>
                </c:pt>
                <c:pt idx="2">
                  <c:v>18</c:v>
                </c:pt>
                <c:pt idx="3">
                  <c:v>18</c:v>
                </c:pt>
                <c:pt idx="4">
                  <c:v>17</c:v>
                </c:pt>
                <c:pt idx="5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BDD7EE"/>
                </a:solidFill>
                <a:latin typeface="Microsoft YaHei"/>
                <a:ea typeface="Microsoft YaHei"/>
              </a:rPr>
              <a:t>面向对象程序设计 · 大作业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Ripple 消息引擎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网络带宽优化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DD7EE"/>
                </a:solidFill>
                <a:latin typeface="Microsoft YaHei"/>
                <a:ea typeface="Microsoft YaHei"/>
              </a:rPr>
              <a:t>把 UUID 从 36 字符 ASCII 改成 16 字节二进制：一处改动，业务报文字节 −42%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5D6EE"/>
                </a:solidFill>
                <a:latin typeface="Microsoft YaHei"/>
                <a:ea typeface="Microsoft YaHei"/>
              </a:rPr>
              <a:t>钱翰林　2023K8009929010　｜　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选题与任务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E75B6"/>
                </a:solidFill>
                <a:latin typeface="Microsoft YaHei"/>
                <a:ea typeface="Microsoft YaHei"/>
              </a:rPr>
              <a:t>Ripple 项目 3.3 网络带宽优化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Ripple 是分布式配置同步与消息推送引擎：客户端写入 → 服务器间按拓扑同步 → 推送给订阅者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它假定数据中心网络良好；搬到边缘弱网（高延迟、低带宽、连接不稳）时，每次同步的报文太大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任务：分析带宽占用，设计并实现机制降低数据同步报文大小，并验证正确性与实际效果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约束：个人独立完成；需提交报告、可运行代码、配套测试；两次课堂研讨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系统理解：三个模块与两个端口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5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6528816"/>
                <a:gridCol w="239389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关键依赖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ripple-common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实体、TCP 编解码与报文、存储抽象（SQLite）、哈希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Netty 4.1.109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ripple-server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集群节点、拓扑/ACK/健康检查、客户端推送、Web 控制台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Jetty 9.4、oshi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ripple-client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客户端 API、节点选择、Web 控制台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Jetty、Jackson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1089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每个进程两个端口：Netty TCP（apiPort，节点间同步 + 客户端通信）与 Jetty HTTP（uiPort，控制台）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持久化是内嵌 SQLite；集群成员由启动参数 -Dnodes 静态给定，没有服务发现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全仓库 24 种报文各有一对 Encoder/Decoder，帧格式 = 4 字节长度前缀 + 1 字节类型 + 报文体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一次 PUT 的执行链路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① 客户端 PUT → 发 PUT_REQUEST 给某个服务器（由 NodeSelector 选）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② Node.propagateMessage：查重 → 落库 → 推订阅客户端 → 异步同步对等节点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③ Overlay.calculateNodesToSync 选出对等节点，逐个发 SYNC_REQUEST 并记 ACK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④ 对端落库后回 SYNC_RESPONSE；每 10 秒 Worker 让 Tracker 重试未确认消息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关键：所有「运数据」的报文（SYNC / PUT / DISPATCH）都是 Message 家族，身份字段与内容混在同一字节流里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→ 编码完全由 TypeHelper 的 writeUuid / writeString 决定，这就是带宽优化的唯一咽喉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问题定位：UUID 被当作文本传输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4"/>
                <a:gridCol w="1632204"/>
                <a:gridCol w="2176272"/>
                <a:gridCol w="272034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报文类型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UUID 数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改动前字节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其中 UUID 占比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SYNC_REQUEST（update）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133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80 / 133 = 60%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PUT_REQUEST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67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40 / 67 = 60%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HEARTBEAT_REQUEST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41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40 / 41 = 98%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SYNC_RESPONSE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40 / 42 = 95%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95959"/>
                </a:solidFill>
                <a:latin typeface="Microsoft YaHei"/>
                <a:ea typeface="Microsoft YaHei"/>
              </a:rPr>
              <a:t>UUID 本质是 128 位（16 字节），却被写成 36 个 ASCII 字符 + 4 字节长度 = 40 字节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595959"/>
                </a:solidFill>
                <a:latin typeface="Microsoft YaHei"/>
                <a:ea typeface="Microsoft YaHei"/>
              </a:rPr>
              <a:t>每个 UUID 固定浪费 24 字节；配置中心的值往往只有几十字节，所以 UUID 占比极高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C0392B"/>
                </a:solidFill>
                <a:latin typeface="Microsoft YaHei"/>
                <a:ea typeface="Microsoft YaHei"/>
              </a:rPr>
              <a:t>→ 这是一个纯实现层面的浪费，不涉及任何业务语义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改动影响面：64 个调用点全部集中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全仓库 TypeHelper.writeUuid / readUuid 调用点共 64 处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全部位于 ripple-common/tcp/{encoder,decoder}（44 个文件）与 ripple-server/tcp/{encoder,decoder}（4 个文件）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没有任何存储层、HTTP 层、JSON 序列化代码调用它们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⇒ SQLite 落盘格式不变（UUID 仍以 36 字符文本存表）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⇒ Web 控制台输出、客户端列表签名都不变</a:t>
            </a:r>
          </a:p>
          <a:p>
            <a:pPr marL="198628" indent="-198628">
              <a:lnSpc>
                <a:spcPct val="130000"/>
              </a:lnSpc>
              <a:spcAft>
                <a:spcPts val="1000"/>
              </a:spcAft>
            </a:pPr>
            <a:r>
              <a:rPr sz="1700">
                <a:solidFill>
                  <a:srgbClr val="595959"/>
                </a:solidFill>
                <a:latin typeface="Microsoft YaHei"/>
                <a:ea typeface="Microsoft YaHei"/>
              </a:rPr>
              <a:t>•  ⇒ 改动只发生在线格式这一层，是「改一个点、影响一条链路」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方案选型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81328"/>
          <a:ext cx="1097279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509"/>
                <a:gridCol w="1863305"/>
                <a:gridCol w="2070339"/>
                <a:gridCol w="2070339"/>
                <a:gridCol w="186330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方案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节省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复杂度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风险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A. UUID → 16 字节二进制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24 B/UUID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极低（1 个文件）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需两端同版本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采用（第一版）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B. operationType → 1 字节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9–22 B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需改常量与解码分支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计划第二版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C. 长度前缀 int32 → varint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每字符串 3 B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与旧版不兼容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计划第二版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D. app/key 字典压缩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大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状态不一致会解错包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不采用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E. 载荷去重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大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语义前提强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不采用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F. 整包压缩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大包 30–60%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小包负收益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不采用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159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选 A：收益是算术事实，不依赖负载形态；改动面最小；立刻可抓包量出精确数字，为 B/C 建立基线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设计：为什么不需要动 64 个调用点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58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017"/>
                <a:gridCol w="1741017"/>
                <a:gridCol w="3699662"/>
                <a:gridCol w="369966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对象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改动前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改动后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TypeHelper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writeUuid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写 4 字节长度 + 36 字符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写 8+8 字节 long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TypeHelper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readUuid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读长度 + ASCII → UUID.fromString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读两个 long → new UUID(hi, lo)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0175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encoder 依赖的是「把一个 UUID 写进 ByteBuf」这个契约，而不是具体实现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decoder 依赖的是「从 ByteBuf 读回一个 UUID」，同样只依赖契约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只要收发两端同时改实现、契约不变，调用方零改动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这正是抽掉 TypeHelper 这层封装的价值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  <a:ea typeface="Microsoft YaHei"/>
              </a:rPr>
              <a:t>兼容性：整个集群（server + client）必须一起升级；内网配置系统由运维统一发布，可接受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实现：1 个文件，3 增 2 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544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public static UUID readUuid(ByteBuf byteBuf) {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    return new UUID(byteBuf.readLong(), byteBuf.readLong());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public static void writeUuid(UUID value, ByteBuf byteBuf) {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    if (value == null) { throw new NullPointerException("value"); }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    byteBuf.writeLong(value.getMostSignificantBits());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    byteBuf.writeLong(value.getLeastSignificantBits());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5260" indent="-175260"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595959"/>
                </a:solidFill>
                <a:latin typeface="Microsoft YaHei"/>
                <a:ea typeface="Microsoft YaHei"/>
              </a:rPr>
              <a:t>•  保留 null 检查，避免调用方依赖的异常行为发生漂移</a:t>
            </a:r>
          </a:p>
          <a:p>
            <a:pPr marL="175260" indent="-175260"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595959"/>
                </a:solidFill>
                <a:latin typeface="Microsoft YaHei"/>
                <a:ea typeface="Microsoft YaHei"/>
              </a:rPr>
              <a:t>•  getMostSignificantBits / getLeastSignificantBits 与 new UUID(long,long) 严格互逆，写入顺序必须与读取一致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验证：测试与功能正确性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配套测试（仓库原本 src/test 为空）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13 个用例，mvn test 全绿</a:t>
            </a:r>
          </a:p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原语层：16 字节、位级保真、字符串往返</a:t>
            </a:r>
          </a:p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报文层：8 种报文编码→解码字段全等，且解码后不剩字节</a:t>
            </a:r>
          </a:p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尺寸契约：6 种报文精确字节数断言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864"/>
                </a:solidFill>
                <a:latin typeface="Microsoft YaHei"/>
                <a:ea typeface="Microsoft YaHei"/>
              </a:rPr>
              <a:t>功能验证（3 节点 + 1 客户端）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客户端写 demo/hello=&lt;随机串&gt;</a:t>
            </a:r>
          </a:p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从三个节点 /Config/Get 读取</a:t>
            </a:r>
          </a:p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改动前：三个节点全 OK</a:t>
            </a:r>
          </a:p>
          <a:p>
            <a:pPr marL="163576" indent="-163576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595959"/>
                </a:solidFill>
                <a:latin typeface="Microsoft YaHei"/>
                <a:ea typeface="Microsoft YaHei"/>
              </a:rPr>
              <a:t>•  改动后：三个节点全 OK（行为一致）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效果：单帧尺寸与总量对照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6583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600200"/>
          <a:ext cx="429767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025"/>
                <a:gridCol w="816559"/>
                <a:gridCol w="816559"/>
                <a:gridCol w="859536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前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后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变化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报文条数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606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606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报文总字节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46367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26783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−42.2%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TCP 载荷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48791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29207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−40.1%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IPv4 总字节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103459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84655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−18.2%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416052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两轮重复实验：报文条数与总字节完全一致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95959"/>
                </a:solidFill>
                <a:latin typeface="Microsoft YaHei"/>
                <a:ea typeface="Microsoft YaHei"/>
              </a:rPr>
              <a:t>⇒ 报文级数字可复现，链路级仅小幅抖动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收益口径：三个数字的关系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176272"/>
                <a:gridCol w="5984748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口径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降幅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54864" marR="36576" marT="18288" marB="18288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单帧报文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−36% ~ −58%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最能体现编码改动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TCP 载荷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−40.1%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真正承载业务数据的字节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链路总字节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−18.2%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含以太网/TCP/IP 头与纯 ACK，最保守</a:t>
                      </a:r>
                    </a:p>
                  </a:txBody>
                  <a:tcPr marL="54864" marR="36576" marT="18288" marB="18288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1089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95959"/>
                </a:solidFill>
                <a:latin typeface="Microsoft YaHei"/>
                <a:ea typeface="Microsoft YaHei"/>
              </a:rPr>
              <a:t>链路层 91.6% 的字节是每包固定的 TCP/IP/以太头，以及完全不含 UUID 的纯 ACK 与握手包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595959"/>
                </a:solidFill>
                <a:latin typeface="Microsoft YaHei"/>
                <a:ea typeface="Microsoft YaHei"/>
              </a:rPr>
              <a:t>所以 42% 的应用层收益，到链路层只剩 18%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</a:rPr>
              <a:t>对外结论统一用「业务报文字节降低 42%」这一口径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走过的弯路与修正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CRLF 污染：副本 241 个文件「被修改」，diff 全是行尾差异 → 本地 git clone 重建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hashing 拓扑扇出不稳定：同负载两次跑到 42 / 36 条 SYNC → 改 star 拓扑 + 预热后严格一致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起服后立即写入只落一个节点：两版都有，属既有行为 → 预热后再测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误判客户端推送用 DISPATCH_REQUEST：读 DefaultClientDispatcher 才发现也发 SYNC_REQUEST</a:t>
            </a:r>
          </a:p>
          <a:p>
            <a:pPr marL="186944" indent="-186944">
              <a:lnSpc>
                <a:spcPct val="130000"/>
              </a:lnSpc>
              <a:spcAft>
                <a:spcPts val="1000"/>
              </a:spcAft>
            </a:pPr>
            <a:r>
              <a:rPr sz="1600">
                <a:solidFill>
                  <a:srgbClr val="595959"/>
                </a:solidFill>
                <a:latin typeface="Microsoft YaHei"/>
                <a:ea typeface="Microsoft YaHei"/>
              </a:rPr>
              <a:t>•  既有缺陷：Tracker.retrySending 在 10 秒周期抛 NPE（两版相同，与本改动无关）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864"/>
                </a:solidFill>
                <a:latin typeface="Microsoft YaHei"/>
                <a:ea typeface="Microsoft YaHei"/>
              </a:rPr>
              <a:t>下一步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207008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1996" indent="-221996"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95959"/>
                </a:solidFill>
                <a:latin typeface="Microsoft YaHei"/>
                <a:ea typeface="Microsoft YaHei"/>
              </a:rPr>
              <a:t>•  第二版优化：operationType → 1 字节 + 字符串长度 → varint，目标再省 30–40 字节/报文</a:t>
            </a:r>
          </a:p>
          <a:p>
            <a:pPr marL="221996" indent="-221996"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95959"/>
                </a:solidFill>
                <a:latin typeface="Microsoft YaHei"/>
                <a:ea typeface="Microsoft YaHei"/>
              </a:rPr>
              <a:t>•  收益边界：payload 4 B → 8 KiB 已扫（−42% → −0.8%），下步补多客户端扇出</a:t>
            </a:r>
          </a:p>
          <a:p>
            <a:pPr marL="221996" indent="-221996"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95959"/>
                </a:solidFill>
                <a:latin typeface="Microsoft YaHei"/>
                <a:ea typeface="Microsoft YaHei"/>
              </a:rPr>
              <a:t>•  在真实弱网条件下验证（限速 / 丢包 / 高 RTT）</a:t>
            </a:r>
          </a:p>
          <a:p>
            <a:pPr marL="221996" indent="-221996">
              <a:lnSpc>
                <a:spcPct val="130000"/>
              </a:lnSpc>
              <a:spcAft>
                <a:spcPts val="1000"/>
              </a:spcAft>
            </a:pPr>
            <a:r>
              <a:rPr sz="1900">
                <a:solidFill>
                  <a:srgbClr val="595959"/>
                </a:solidFill>
                <a:latin typeface="Microsoft YaHei"/>
                <a:ea typeface="Microsoft YaHei"/>
              </a:rPr>
              <a:t>•  结题报告与最终代码，落进个人仓库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</a:rPr>
              <a:t>核心结论：一处 3 增 2 删的改动，让业务报文字节降低 42%，且报文级数字完全可复现。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